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ideIdLst>
    <p:slideId xmlns:r="http://schemas.openxmlformats.org/officeDocument/2006/relationships" id="256" r:id="rId1"/>
  </p:slide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slideLayouts/slideLayout1.xml><?xml version="1.0" encoding="utf-8"?>
<p:slideLayout xmlns:p="http://schemas.openxmlformats.org/presentationml/2006/main">
  <p:spTree>
    <p:nvGrpSpPr/>
    <p:grpSpPr/>
  </p:spTree>
</p:slideLayout>
</file>

<file path=ppt/slides/slide1.xml><?xml version="1.0" encoding="utf-8"?>
<p:slide xmlns:p="http://schemas.openxmlformats.org/presentationml/2006/main">
  <p:spTree>
    <p:nvGrpSpPr/>
    <p:grpSpPr/>
  </p:spTree>
</p:slide>
</file>