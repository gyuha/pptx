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Proposal Title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agenda item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Second agenda item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Third agenda item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 Proposition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is a comprehensive value proposition that demonstrates the unique benefits of our solution.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Execution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1: Initial setup. Phase 2: Implementation. Phase 3: Deployment and monitoring.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Budget &amp; Timeline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Budget: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50,000 USD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Timeline: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months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Proposal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Proposal Title</dc:title>
  <dc:subject>Test Proposal Title</dc:subject>
  <dc:creator>Proposal Generator</dc:creator>
  <cp:lastModifiedBy>Proposal Generator</cp:lastModifiedBy>
  <cp:revision>1</cp:revision>
  <dcterms:created xsi:type="dcterms:W3CDTF">2026-02-26T12:46:30Z</dcterms:created>
  <dcterms:modified xsi:type="dcterms:W3CDTF">2026-02-26T12:46:30Z</dcterms:modified>
</cp:coreProperties>
</file>