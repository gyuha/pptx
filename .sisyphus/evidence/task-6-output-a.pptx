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3400">
                <a:solidFill>
                  <a:srgbClr val="111111"/>
                </a:solidFill>
                <a:latin typeface="Calibri"/>
              </a:rPr>
              <a:t>Quarterly Business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2423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100">
                <a:solidFill>
                  <a:srgbClr val="111111"/>
                </a:solidFill>
                <a:latin typeface="Calibri"/>
              </a:rPr>
              <a:t>Revenue grew 17% year-over-year with stable gross margin.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77639"/>
            <a:ext cx="7863840" cy="2423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2100">
                <a:solidFill>
                  <a:srgbClr val="111111"/>
                </a:solidFill>
                <a:latin typeface="Calibri"/>
              </a:rPr>
              <a:t>Top initiatives: pricing refresh, retention campaign, and upsell bundles.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